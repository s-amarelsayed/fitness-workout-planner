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Landing Page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01255"/>
            <a:ext cx="5230368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A3E635"/>
                </a:solidFill>
                <a:latin typeface="Aptos"/>
              </a:defRPr>
            </a:pPr>
            <a:r>
              <a:rPr/>
              <a:t>YOUR FITNESS JOURNEY STARTS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0233"/>
            <a:ext cx="5753404" cy="7584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3200" b="1">
                <a:solidFill>
                  <a:srgbClr val="F3F7F8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3200" b="1">
                <a:solidFill>
                  <a:srgbClr val="F3F7F8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1588"/>
            <a:ext cx="5021153" cy="39730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A5B5BD"/>
                </a:solidFill>
                <a:latin typeface="Aptos"/>
              </a:defRPr>
            </a:pPr>
            <a:r>
              <a:rPr/>
              <a:t>Plan your workouts, explore new exercises,</a:t>
            </a:r>
          </a:p>
          <a:p>
            <a:pPr>
              <a:defRPr sz="1200" b="0">
                <a:solidFill>
                  <a:srgbClr val="A5B5BD"/>
                </a:solidFill>
                <a:latin typeface="Aptos"/>
              </a:defRPr>
            </a:pPr>
            <a:r>
              <a:rPr/>
              <a:t>and track your fitness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03370"/>
            <a:ext cx="1490472" cy="27450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17817"/>
            <a:ext cx="1490472" cy="24560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103370"/>
            <a:ext cx="1755648" cy="27450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117817"/>
            <a:ext cx="1755648" cy="24560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Explore Exercises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5121" y="2087940"/>
            <a:ext cx="4184294" cy="19937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4336" y="2246863"/>
            <a:ext cx="3661257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A3E635"/>
                </a:solidFill>
                <a:latin typeface="Aptos"/>
              </a:defRPr>
            </a:pPr>
            <a:r>
              <a:rPr/>
              <a:t>YOUR WEEKLY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4336" y="2564709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Workouts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0305" y="2564709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4336" y="2817540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4336" y="2817540"/>
            <a:ext cx="2845320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4336" y="3034253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Weekly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305" y="3034253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5 / 6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4336" y="3287085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54336" y="3287085"/>
            <a:ext cx="2952019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4336" y="3503797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0305" y="3503797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7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4336" y="3756629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4336" y="3756629"/>
            <a:ext cx="2489655" cy="8668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594585"/>
            <a:ext cx="1046073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900" b="1">
                <a:solidFill>
                  <a:srgbClr val="F3F7F8"/>
                </a:solidFill>
                <a:latin typeface="Aptos"/>
              </a:defRPr>
            </a:pPr>
            <a:r>
              <a:rPr/>
              <a:t>Everything You Need to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38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8472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8472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79080" y="492687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3672" y="5093025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3672" y="5396423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Landing Page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3328415" cy="22238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YOUR FITNESS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52574"/>
            <a:ext cx="3328415" cy="72969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3F7F8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2300" b="1">
                <a:solidFill>
                  <a:srgbClr val="F3F7F8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651760"/>
            <a:ext cx="3328415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Plan workouts and track your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033978"/>
            <a:ext cx="1207008" cy="264078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3047877"/>
            <a:ext cx="1207008" cy="23628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144" y="3033978"/>
            <a:ext cx="1353312" cy="26407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3047877"/>
            <a:ext cx="1353312" cy="23628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Exercises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485692"/>
            <a:ext cx="3328415" cy="91732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82984"/>
            <a:ext cx="2999232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WEEKLY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33164"/>
            <a:ext cx="2999232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5 of 6 workout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104192"/>
            <a:ext cx="2999232" cy="9034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104192"/>
            <a:ext cx="2489362" cy="9034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555906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Explore FitTrack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482693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875580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5160507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209153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5494080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5542727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Dashboard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98562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08756"/>
            <a:ext cx="6171834" cy="177704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49728" y="3308756"/>
            <a:ext cx="4079687" cy="177704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3431560"/>
            <a:ext cx="5230368" cy="20226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4366603"/>
            <a:ext cx="292608" cy="42302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3235" y="4155092"/>
            <a:ext cx="292608" cy="63453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4947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318" y="4260847"/>
            <a:ext cx="292608" cy="52877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203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401" y="3996457"/>
            <a:ext cx="292608" cy="79316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11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4484" y="4190343"/>
            <a:ext cx="292608" cy="59928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196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01568" y="3908328"/>
            <a:ext cx="292608" cy="88129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328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8651" y="4437107"/>
            <a:ext cx="292608" cy="352519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6036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8943" y="3431560"/>
            <a:ext cx="355665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3551" y="387943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3446" y="3915552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23446" y="3915552"/>
            <a:ext cx="659026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63551" y="414671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3446" y="4182831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23446" y="4182831"/>
            <a:ext cx="564879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3551" y="4413991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3446" y="4450110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23446" y="4450110"/>
            <a:ext cx="376586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63551" y="4681270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23446" y="4717389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23446" y="4717389"/>
            <a:ext cx="282439" cy="7223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295290"/>
            <a:ext cx="1046073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3271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1960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8419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7052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511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Dashboard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00046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90389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62591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658709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749052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21254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117371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207715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79917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694176"/>
            <a:ext cx="3328415" cy="98682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14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4" y="4304336"/>
            <a:ext cx="164592" cy="216821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2307" y="4195924"/>
            <a:ext cx="164592" cy="325233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72030" y="4250131"/>
            <a:ext cx="164592" cy="27102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1754" y="4114616"/>
            <a:ext cx="164592" cy="40654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1477" y="4213993"/>
            <a:ext cx="164592" cy="307164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1201" y="4069445"/>
            <a:ext cx="164592" cy="451713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70924" y="4340473"/>
            <a:ext cx="164592" cy="18068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4778287"/>
            <a:ext cx="3328415" cy="90342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89479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53557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95544" y="5174406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95544" y="5174406"/>
            <a:ext cx="723290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264749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95544" y="5285597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95544" y="5285597"/>
            <a:ext cx="619963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375940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95544" y="5396788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95544" y="5396788"/>
            <a:ext cx="413308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487131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95544" y="5507979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95544" y="5507979"/>
            <a:ext cx="309981" cy="5559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Library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7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4172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33900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3628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8764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8764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8764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8764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9664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9392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9120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4256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4256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4256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4256" y="3828866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407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8136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4172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33900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43628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8764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8764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8764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8764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9664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89392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9120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44256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4256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4256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4256" y="5548122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Library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226259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27649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4973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2769900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839394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853293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61776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34670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3416197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43009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38580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923507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399300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00690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15384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00311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4569805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583704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792187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507711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17136" y="5146608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516050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368991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Details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34681"/>
            <a:ext cx="4916545" cy="32506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9048" y="2434681"/>
            <a:ext cx="5230368" cy="169758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9048" y="4262292"/>
            <a:ext cx="5230368" cy="142308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2579155"/>
            <a:ext cx="4498116" cy="156033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83964"/>
            <a:ext cx="4393509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Exercise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45152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Muscle: Legs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12431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Equipment: Bodyweight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79710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Difficulty: Beginner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262" y="2600827"/>
            <a:ext cx="449811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262" y="2990910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01  Stand shoulder-width apart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8262" y="3236518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02  Lower your hips slowly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8262" y="3482125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03  Keep your back straight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8262" y="3727734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04  Stand back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262" y="4442886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Safety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8262" y="4739060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Keep your back straight and move slowly.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8262" y="5165262"/>
            <a:ext cx="4079687" cy="303397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8262" y="5179709"/>
            <a:ext cx="4079687" cy="274502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Exercise Details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126479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2297338"/>
            <a:ext cx="3054096" cy="646297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027029"/>
            <a:ext cx="3054096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Muscle: Legs   •   Beginner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3548237"/>
            <a:ext cx="3328415" cy="113275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3659428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02659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1. Stand shoulder-width apart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76395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2. Lower your hips slowly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250131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3. Keep your back straight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4238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4. Stand back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771339"/>
            <a:ext cx="3328415" cy="479511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75580"/>
            <a:ext cx="3054096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Safety: Control the movement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5389839"/>
            <a:ext cx="3328415" cy="24323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5403738"/>
            <a:ext cx="3328415" cy="215432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View Workout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Routine Builder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3E635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482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482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097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097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7122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7122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3269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3269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941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941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556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556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A5B5BD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05358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Chest &amp; Upper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344875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" y="3431560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" y="3633825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908328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3995013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7" y="4197278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471781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7" y="4558466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7" y="4760732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54336" y="3344875"/>
            <a:ext cx="3975079" cy="1603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8158" y="3518244"/>
            <a:ext cx="313822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Workout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8158" y="3922776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Exercises: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158" y="4190055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Total Sets: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158" y="4457334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Duration: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230276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F3F7F8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02152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3592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Training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5624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9096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0536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6017666"/>
            <a:ext cx="1463040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6032113"/>
            <a:ext cx="1463040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Routine Builder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8374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8374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052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1052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3730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730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78374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8374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1052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1052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96524"/>
            <a:ext cx="3328415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Monday Workout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3395350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47179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645529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12316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3888760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062496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4229282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4305726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479462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792187"/>
            <a:ext cx="3328415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25696" y="5049316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5097962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5320344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5368991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5591373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5640019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25696" y="5917996"/>
            <a:ext cx="3328415" cy="23628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5931895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Workout History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47996"/>
            <a:ext cx="3331464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337650"/>
            <a:ext cx="1046073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8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F3F7F8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3E635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Workout History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76490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1743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589215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672607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37861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985333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068725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33978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478743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3763670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826215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3316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145889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4208434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1538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2810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90653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97603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91032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7287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979822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5696" y="5292547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535509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362041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A3E635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Profile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84115"/>
            <a:ext cx="10460736" cy="83795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2535814"/>
            <a:ext cx="704088" cy="556229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701960"/>
            <a:ext cx="60350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800" b="1">
                <a:solidFill>
                  <a:srgbClr val="A3E635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1" y="2557485"/>
            <a:ext cx="6276441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900" b="1">
                <a:solidFill>
                  <a:srgbClr val="F3F7F8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1" y="2831988"/>
            <a:ext cx="627644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A5B5BD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960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04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504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052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0520" y="3388216"/>
            <a:ext cx="3322320" cy="3611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596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392320"/>
            <a:ext cx="5021153" cy="153143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03655" y="4392320"/>
            <a:ext cx="5125760" cy="153143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544018"/>
            <a:ext cx="4184294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890759"/>
            <a:ext cx="4184294" cy="84517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Full Name       John Doe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Email               john@example.com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Age                  22 years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Height             178 cm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Weight             75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2870" y="4544018"/>
            <a:ext cx="4393509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870" y="4897983"/>
            <a:ext cx="4393509" cy="5995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Main Goal        Build Muscle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Experience       Beginner</a:t>
            </a:r>
          </a:p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Weekly Target    5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2870" y="5613135"/>
            <a:ext cx="4288901" cy="93908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12870" y="5613135"/>
            <a:ext cx="3431121" cy="93908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Profile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86147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2339035"/>
            <a:ext cx="649224" cy="493410"/>
          </a:xfrm>
          <a:prstGeom prst="roundRect">
            <a:avLst>
              <a:gd name="adj" fmla="val 12000"/>
            </a:avLst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484973"/>
            <a:ext cx="621792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700" b="1">
                <a:solidFill>
                  <a:srgbClr val="A3E635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59883"/>
            <a:ext cx="223113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F3F7F8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637861"/>
            <a:ext cx="223113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Workouts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62600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2600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Streak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9504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9504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A5B5BD"/>
                </a:solidFill>
                <a:latin typeface="Aptos"/>
              </a:defRPr>
            </a:pPr>
            <a:r>
              <a:rPr/>
              <a:t>Calories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504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5696" y="3777569"/>
            <a:ext cx="3328415" cy="95902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3881810"/>
            <a:ext cx="30998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25041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Age  22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291827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Height  178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5861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Weight  75 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875580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65923"/>
            <a:ext cx="3054096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F3F7F8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520915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Build Muscle / Beginner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5445434"/>
            <a:ext cx="3054096" cy="90342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62856" y="5445434"/>
            <a:ext cx="2443276" cy="90342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Login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A3E635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F3F7F8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68383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399544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413991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8931" y="4760732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Login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784518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3798417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208434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Register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5" y="1097280"/>
            <a:ext cx="10570464" cy="43891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170432"/>
            <a:ext cx="1463040" cy="29260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12096" y="1229868"/>
            <a:ext cx="1252728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A5B5B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283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A3E635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F3F7F8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F3F7F8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07759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250966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474902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648273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3872209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045579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26951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8931" y="4442886"/>
            <a:ext cx="4155948" cy="209489"/>
          </a:xfrm>
          <a:prstGeom prst="roundRect">
            <a:avLst>
              <a:gd name="adj" fmla="val 12000"/>
            </a:avLst>
          </a:prstGeom>
          <a:solidFill>
            <a:srgbClr val="1E2D35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8931" y="4702942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8931" y="4934102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8931" y="4948549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8931" y="5295290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Already have an account?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Register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A3E635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0D151B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1078992"/>
            <a:ext cx="3383279" cy="393192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61288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F3F7F8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C7D4D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F3F7F8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full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666378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742822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013850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F3F7F8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201485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172229"/>
          </a:solidFill>
          <a:ln w="8890">
            <a:solidFill>
              <a:srgbClr val="304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7792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Enter confirm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548957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A5B5BD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854732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868631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 anchor="ctr">
            <a:spAutoFit/>
          </a:bodyPr>
          <a:lstStyle/>
          <a:p>
            <a:pPr algn="ctr">
              <a:defRPr sz="1000" b="1">
                <a:solidFill>
                  <a:srgbClr val="17220C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27864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A5B5BD"/>
                </a:solidFill>
                <a:latin typeface="Aptos"/>
              </a:defRPr>
            </a:pPr>
            <a:r>
              <a:rPr/>
              <a:t>Already a member?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87959D"/>
                </a:solidFill>
                <a:latin typeface="Aptos"/>
              </a:defRPr>
            </a:pPr>
            <a:r>
              <a:t>FITTRACK / MOCKUPS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