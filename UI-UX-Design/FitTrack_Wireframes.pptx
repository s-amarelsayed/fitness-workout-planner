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Landing Page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001255"/>
            <a:ext cx="5230368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9AA3AA"/>
                </a:solidFill>
                <a:latin typeface="Aptos"/>
              </a:defRPr>
            </a:pPr>
            <a:r>
              <a:rPr/>
              <a:t>YOUR FITNESS JOURNEY STARTS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420233"/>
            <a:ext cx="5753404" cy="7584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3200" b="1">
                <a:solidFill>
                  <a:srgbClr val="222930"/>
                </a:solidFill>
                <a:latin typeface="Aptos"/>
              </a:defRPr>
            </a:pPr>
            <a:r>
              <a:rPr/>
              <a:t>Train Smarter.</a:t>
            </a:r>
          </a:p>
          <a:p>
            <a:pPr>
              <a:defRPr sz="3200" b="1">
                <a:solidFill>
                  <a:srgbClr val="222930"/>
                </a:solidFill>
                <a:latin typeface="Aptos"/>
              </a:defRPr>
            </a:pPr>
            <a:r>
              <a:rPr/>
              <a:t>Get Stronger.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87085"/>
            <a:ext cx="5021153" cy="39730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0">
                <a:solidFill>
                  <a:srgbClr val="77828B"/>
                </a:solidFill>
                <a:latin typeface="Aptos"/>
              </a:defRPr>
            </a:pPr>
            <a:r>
              <a:rPr/>
              <a:t>Plan your workouts, explore new exercises,</a:t>
            </a:r>
          </a:p>
          <a:p>
            <a:pPr>
              <a:defRPr sz="1200" b="0">
                <a:solidFill>
                  <a:srgbClr val="77828B"/>
                </a:solidFill>
                <a:latin typeface="Aptos"/>
              </a:defRPr>
            </a:pPr>
            <a:r>
              <a:rPr/>
              <a:t>and track your fitness progress.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879432"/>
            <a:ext cx="1490472" cy="274502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26387"/>
            <a:ext cx="1490472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Get Started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3879432"/>
            <a:ext cx="1755648" cy="27450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9AA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926387"/>
            <a:ext cx="1755648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9AA3AA"/>
                </a:solidFill>
                <a:latin typeface="Aptos"/>
              </a:defRPr>
            </a:pPr>
            <a:r>
              <a:rPr/>
              <a:t>Explore Exercises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45121" y="2087940"/>
            <a:ext cx="4184294" cy="199375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4336" y="2246863"/>
            <a:ext cx="3661257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9AA3AA"/>
                </a:solidFill>
                <a:latin typeface="Aptos"/>
              </a:defRPr>
            </a:pPr>
            <a:r>
              <a:rPr/>
              <a:t>YOUR WEEKLY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4336" y="2564709"/>
            <a:ext cx="2510576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Workouts Completed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0305" y="2564709"/>
            <a:ext cx="1255288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9AA3AA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54336" y="2817540"/>
            <a:ext cx="3556650" cy="86685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54336" y="2817540"/>
            <a:ext cx="2845320" cy="8668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4336" y="3034253"/>
            <a:ext cx="2510576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Weekly Goal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0305" y="3034253"/>
            <a:ext cx="1255288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9AA3AA"/>
                </a:solidFill>
                <a:latin typeface="Aptos"/>
              </a:defRPr>
            </a:pPr>
            <a:r>
              <a:rPr/>
              <a:t>5 / 6 Days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4336" y="3287085"/>
            <a:ext cx="3556650" cy="86685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54336" y="3287085"/>
            <a:ext cx="2952019" cy="8668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54336" y="3503797"/>
            <a:ext cx="2510576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Active Streak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0305" y="3503797"/>
            <a:ext cx="1255288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9AA3AA"/>
                </a:solidFill>
                <a:latin typeface="Aptos"/>
              </a:defRPr>
            </a:pPr>
            <a:r>
              <a:rPr/>
              <a:t>7 Days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54336" y="3756629"/>
            <a:ext cx="3556650" cy="86685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54336" y="3756629"/>
            <a:ext cx="2489655" cy="8668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464558"/>
            <a:ext cx="10460736" cy="2528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900" b="1">
                <a:solidFill>
                  <a:srgbClr val="222930"/>
                </a:solidFill>
                <a:latin typeface="Aptos"/>
              </a:defRPr>
            </a:pPr>
            <a:r>
              <a:rPr/>
              <a:t>Everything You Need to Improve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4811298"/>
            <a:ext cx="3340608" cy="8379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1" y="4977444"/>
            <a:ext cx="3066288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Exercise Library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1" y="5280842"/>
            <a:ext cx="3066288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Simple tools for your fitness goals.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73880" y="4811298"/>
            <a:ext cx="3340608" cy="8379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38472" y="4977444"/>
            <a:ext cx="3066288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Workout Planner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8472" y="5280842"/>
            <a:ext cx="3066288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Simple tools for your fitness goals.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79080" y="4811298"/>
            <a:ext cx="3340608" cy="8379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3672" y="4977444"/>
            <a:ext cx="3066288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Track Progress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3672" y="5280842"/>
            <a:ext cx="3066288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Simple tools for your fitness goals.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Landing Page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3328415" cy="22238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1">
                <a:solidFill>
                  <a:srgbClr val="9AA3AA"/>
                </a:solidFill>
                <a:latin typeface="Aptos"/>
              </a:defRPr>
            </a:pPr>
            <a:r>
              <a:rPr/>
              <a:t>YOUR FITNESS 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52574"/>
            <a:ext cx="3328415" cy="72969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222930"/>
                </a:solidFill>
                <a:latin typeface="Aptos"/>
              </a:defRPr>
            </a:pPr>
            <a:r>
              <a:rPr/>
              <a:t>Train Smarter.</a:t>
            </a:r>
          </a:p>
          <a:p>
            <a:pPr>
              <a:defRPr sz="2300" b="1">
                <a:solidFill>
                  <a:srgbClr val="222930"/>
                </a:solidFill>
                <a:latin typeface="Aptos"/>
              </a:defRPr>
            </a:pPr>
            <a:r>
              <a:rPr/>
              <a:t>Get Stronger.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651760"/>
            <a:ext cx="3328415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Plan workouts and track your progress.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3033978"/>
            <a:ext cx="1207008" cy="264078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3079149"/>
            <a:ext cx="1207008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Get Started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24144" y="3033978"/>
            <a:ext cx="1353312" cy="26407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9AA3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4144" y="3079149"/>
            <a:ext cx="1353312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9AA3AA"/>
                </a:solidFill>
                <a:latin typeface="Aptos"/>
              </a:defRPr>
            </a:pPr>
            <a:r>
              <a:rPr/>
              <a:t>Exercises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3485692"/>
            <a:ext cx="3328415" cy="9173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582984"/>
            <a:ext cx="2999232" cy="18763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9AA3AA"/>
                </a:solidFill>
                <a:latin typeface="Aptos"/>
              </a:defRPr>
            </a:pPr>
            <a:r>
              <a:rPr/>
              <a:t>WEEKLY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833164"/>
            <a:ext cx="2999232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5 of 6 workout days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0288" y="4104192"/>
            <a:ext cx="2999232" cy="9034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90288" y="4104192"/>
            <a:ext cx="2489362" cy="90342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25696" y="4555906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222930"/>
                </a:solidFill>
                <a:latin typeface="Aptos"/>
              </a:defRPr>
            </a:pPr>
            <a:r>
              <a:rPr/>
              <a:t>Explore FitTrack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4826934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4875580"/>
            <a:ext cx="314553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Exercise Library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5160507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424" y="5209153"/>
            <a:ext cx="314553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Workout Planner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25696" y="5494080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5424" y="5542727"/>
            <a:ext cx="314553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Track Progress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Dashboard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1">
                <a:solidFill>
                  <a:srgbClr val="9AA3A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222930"/>
                </a:solidFill>
                <a:latin typeface="Aptos"/>
              </a:defRPr>
            </a:pPr>
            <a:r>
              <a:rPr/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Track your workouts and progress.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398562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2398562"/>
            <a:ext cx="3331464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7" y="2528590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7" y="2738079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456" y="2398562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456" y="2398562"/>
            <a:ext cx="3331464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5904" y="2528590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Active Streak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5904" y="2738079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2232" y="2398562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2232" y="2398562"/>
            <a:ext cx="3331464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7680" y="2528590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Calories Burned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7680" y="2738079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4,850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308756"/>
            <a:ext cx="6171834" cy="17770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49728" y="3308756"/>
            <a:ext cx="4079687" cy="17770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5" y="3431560"/>
            <a:ext cx="5230368" cy="20226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222930"/>
                </a:solidFill>
                <a:latin typeface="Aptos"/>
              </a:defRPr>
            </a:pPr>
            <a:r>
              <a:rPr/>
              <a:t>Weekly Activity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16152" y="4366603"/>
            <a:ext cx="292608" cy="423022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97864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93235" y="4155092"/>
            <a:ext cx="292608" cy="634534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74947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70318" y="4260847"/>
            <a:ext cx="292608" cy="52877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52030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7401" y="3996457"/>
            <a:ext cx="292608" cy="79316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9113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4484" y="4190343"/>
            <a:ext cx="292608" cy="599282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06196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01568" y="3908328"/>
            <a:ext cx="292608" cy="88129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83280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78651" y="4437107"/>
            <a:ext cx="292608" cy="352519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60363" y="4847417"/>
            <a:ext cx="3840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8943" y="3431560"/>
            <a:ext cx="3556650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222930"/>
                </a:solidFill>
                <a:latin typeface="Aptos"/>
              </a:defRPr>
            </a:pPr>
            <a:r>
              <a:rPr/>
              <a:t>Muscle Distribution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63551" y="3879432"/>
            <a:ext cx="1097280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Chest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3446" y="3915552"/>
            <a:ext cx="1882932" cy="72237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923446" y="3915552"/>
            <a:ext cx="659026" cy="72237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63551" y="4146712"/>
            <a:ext cx="1097280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Legs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23446" y="4182831"/>
            <a:ext cx="1882932" cy="72237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923446" y="4182831"/>
            <a:ext cx="564879" cy="72237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63551" y="4413991"/>
            <a:ext cx="1097280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Back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23446" y="4450110"/>
            <a:ext cx="1882932" cy="72237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923446" y="4450110"/>
            <a:ext cx="376586" cy="72237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63551" y="4681270"/>
            <a:ext cx="1097280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23446" y="4717389"/>
            <a:ext cx="1882932" cy="72237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923446" y="4717389"/>
            <a:ext cx="282439" cy="72237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" y="5295290"/>
            <a:ext cx="1046073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Recent Workouts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" y="5562569"/>
            <a:ext cx="3331464" cy="3828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3271" y="5678149"/>
            <a:ext cx="324002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419600" y="5562569"/>
            <a:ext cx="3331464" cy="3828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84192" y="5678149"/>
            <a:ext cx="324002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70520" y="5562569"/>
            <a:ext cx="3331464" cy="38285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35112" y="5678149"/>
            <a:ext cx="324002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Dashboard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Track your workouts and progress.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200046"/>
            <a:ext cx="3328415" cy="4030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290389"/>
            <a:ext cx="1554480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262591"/>
            <a:ext cx="777240" cy="2293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900" b="1">
                <a:solidFill>
                  <a:srgbClr val="9AA3AA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2658709"/>
            <a:ext cx="3328415" cy="4030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2749052"/>
            <a:ext cx="1554480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Active Streak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721254"/>
            <a:ext cx="777240" cy="2293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900" b="1">
                <a:solidFill>
                  <a:srgbClr val="9AA3AA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3117371"/>
            <a:ext cx="3328415" cy="4030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6" y="3207715"/>
            <a:ext cx="1554480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Calories Burned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179917"/>
            <a:ext cx="777240" cy="2293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900" b="1">
                <a:solidFill>
                  <a:srgbClr val="9AA3AA"/>
                </a:solidFill>
                <a:latin typeface="Aptos"/>
              </a:defRPr>
            </a:pPr>
            <a:r>
              <a:rPr/>
              <a:t>4,850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3694176"/>
            <a:ext cx="3328415" cy="9868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791467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Weekly Activity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72584" y="4304336"/>
            <a:ext cx="164592" cy="216821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2307" y="4195924"/>
            <a:ext cx="164592" cy="325233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72030" y="4250131"/>
            <a:ext cx="164592" cy="27102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71754" y="4114616"/>
            <a:ext cx="164592" cy="406542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1477" y="4213993"/>
            <a:ext cx="164592" cy="307164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1201" y="4069445"/>
            <a:ext cx="164592" cy="451713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70924" y="4340473"/>
            <a:ext cx="164592" cy="180685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25696" y="4778287"/>
            <a:ext cx="3328415" cy="90342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889479"/>
            <a:ext cx="3054096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Muscle Distribution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153557"/>
            <a:ext cx="91440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Chest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95544" y="5174406"/>
            <a:ext cx="2066543" cy="55595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95544" y="5174406"/>
            <a:ext cx="723290" cy="5559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264749"/>
            <a:ext cx="91440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Legs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95544" y="5285597"/>
            <a:ext cx="2066543" cy="55595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495544" y="5285597"/>
            <a:ext cx="619963" cy="5559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5375940"/>
            <a:ext cx="91440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Back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95544" y="5396788"/>
            <a:ext cx="2066543" cy="55595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95544" y="5396788"/>
            <a:ext cx="413308" cy="5559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5487131"/>
            <a:ext cx="91440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95544" y="5507979"/>
            <a:ext cx="2066543" cy="55595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95544" y="5507979"/>
            <a:ext cx="309981" cy="5559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Exercise Library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222930"/>
                </a:solidFill>
                <a:latin typeface="Aptos"/>
              </a:defRPr>
            </a:pPr>
            <a:r>
              <a:rPr/>
              <a:t>Exercise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Choose an exercise to view its details.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441905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8407" y="2528590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88136" y="2644170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3352098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3612154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Legs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1" y="3814419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1" y="3861374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4172" y="2441905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33900" y="2528590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43628" y="2644170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8764" y="3352098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8764" y="3612154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Chest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88764" y="3814419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88764" y="3861374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9664" y="2441905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89392" y="2528590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99120" y="2644170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4256" y="3352098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4256" y="3612154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Back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44256" y="3814419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44256" y="3861374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4161160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78407" y="4247845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88136" y="4363425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71" y="5071353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1" y="5331409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3271" y="5533674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3271" y="5580628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24172" y="4161160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33900" y="4247845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643628" y="4363425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88764" y="5071353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Biceps Curl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88764" y="5331409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Biceps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88764" y="5533674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88764" y="5580628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79664" y="4161160"/>
            <a:ext cx="3313176" cy="15964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089392" y="4247845"/>
            <a:ext cx="3093720" cy="71515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199120" y="4363425"/>
            <a:ext cx="960821" cy="469544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44256" y="5071353"/>
            <a:ext cx="308457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44256" y="5331409"/>
            <a:ext cx="3130296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44256" y="5533674"/>
            <a:ext cx="2983992" cy="20226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44256" y="5580628"/>
            <a:ext cx="2983992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View Details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Exercise Library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Exercise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Choose an exercise to view its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193096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17136" y="2262591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2276490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484973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Legs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2769900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17136" y="2839394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2853293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061776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Chest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696" y="3346704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17136" y="3416197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430097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638580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25696" y="3923507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17136" y="3993001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006900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215384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25696" y="4500311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17136" y="4569805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4583704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Biceps Curl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4792187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Biceps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25696" y="5077114"/>
            <a:ext cx="3328415" cy="5142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17136" y="5146608"/>
            <a:ext cx="612648" cy="375269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0" y="5160507"/>
            <a:ext cx="2414015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1">
                <a:solidFill>
                  <a:srgbClr val="222930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5368991"/>
            <a:ext cx="2414015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Shoulders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Exercise Details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222930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Exercise guide and safety tips.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434681"/>
            <a:ext cx="4916545" cy="32506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99048" y="2434681"/>
            <a:ext cx="5230368" cy="169758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99048" y="4262292"/>
            <a:ext cx="5230368" cy="142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2579155"/>
            <a:ext cx="4498116" cy="156033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283964"/>
            <a:ext cx="4393509" cy="2528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222930"/>
                </a:solidFill>
                <a:latin typeface="Aptos"/>
              </a:defRPr>
            </a:pPr>
            <a:r>
              <a:rPr/>
              <a:t>Exercise Information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645152"/>
            <a:ext cx="4184294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Muscle: Legs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912431"/>
            <a:ext cx="4184294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Equipment: Bodyweight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179710"/>
            <a:ext cx="4184294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Difficulty: Beginner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8262" y="2600827"/>
            <a:ext cx="4498116" cy="25283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222930"/>
                </a:solidFill>
                <a:latin typeface="Aptos"/>
              </a:defRPr>
            </a:pPr>
            <a:r>
              <a:rPr/>
              <a:t>How to Perform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8262" y="2990910"/>
            <a:ext cx="449811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01  Stand shoulder-width apart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8262" y="3236518"/>
            <a:ext cx="449811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02  Lower your hips slowly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8262" y="3482125"/>
            <a:ext cx="449811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03  Keep your back straight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8262" y="3727734"/>
            <a:ext cx="4498116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04  Stand back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8262" y="4442886"/>
            <a:ext cx="4498116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222930"/>
                </a:solidFill>
                <a:latin typeface="Aptos"/>
              </a:defRPr>
            </a:pPr>
            <a:r>
              <a:rPr/>
              <a:t>Safety Tips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8262" y="4739060"/>
            <a:ext cx="4498116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Keep your back straight and move slowly.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8262" y="5165262"/>
            <a:ext cx="4079687" cy="303397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8262" y="5212217"/>
            <a:ext cx="4079687" cy="27450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View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Exercise Details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Exercise guide and safety tips.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193096"/>
            <a:ext cx="3328415" cy="12647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62856" y="2297338"/>
            <a:ext cx="3054096" cy="646297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3027029"/>
            <a:ext cx="3054096" cy="16678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Muscle: Legs   •   Beginner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3548237"/>
            <a:ext cx="3328415" cy="113275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3659428"/>
            <a:ext cx="3054096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How to Perform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3902659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1. Stand shoulder-width apart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4076395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2. Lower your hips slowly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250131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3. Keep your back straight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4423867"/>
            <a:ext cx="3054096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4. Stand back 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4771339"/>
            <a:ext cx="3328415" cy="47951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875580"/>
            <a:ext cx="3054096" cy="15288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Safety: Control the movement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5389839"/>
            <a:ext cx="3328415" cy="243230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5435010"/>
            <a:ext cx="3328415" cy="21543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View Workout 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Routine Builder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222930"/>
                </a:solidFill>
                <a:latin typeface="Aptos"/>
              </a:defRPr>
            </a:pPr>
            <a:r>
              <a:rPr/>
              <a:t>Routine 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Plan your weekly training.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9AA3AA"/>
                </a:solidFill>
                <a:latin typeface="Aptos"/>
              </a:defRPr>
            </a:pPr>
            <a:r>
              <a:rPr/>
              <a:t>MON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4827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4827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77828B"/>
                </a:solidFill>
                <a:latin typeface="Aptos"/>
              </a:defRPr>
            </a:pPr>
            <a:r>
              <a:rPr/>
              <a:t>TUE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0974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0974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77828B"/>
                </a:solidFill>
                <a:latin typeface="Aptos"/>
              </a:defRPr>
            </a:pPr>
            <a:r>
              <a:rPr/>
              <a:t>WED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87122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87122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77828B"/>
                </a:solidFill>
                <a:latin typeface="Aptos"/>
              </a:defRPr>
            </a:pPr>
            <a:r>
              <a:rPr/>
              <a:t>THU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93269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3269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77828B"/>
                </a:solidFill>
                <a:latin typeface="Aptos"/>
              </a:defRPr>
            </a:pPr>
            <a:r>
              <a:rPr/>
              <a:t>FRI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99417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9417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77828B"/>
                </a:solidFill>
                <a:latin typeface="Aptos"/>
              </a:defRPr>
            </a:pPr>
            <a:r>
              <a:rPr/>
              <a:t>SAT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05564" y="2405786"/>
            <a:ext cx="1423851" cy="39730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5564" y="2521366"/>
            <a:ext cx="142385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77828B"/>
                </a:solidFill>
                <a:latin typeface="Aptos"/>
              </a:defRPr>
            </a:pPr>
            <a:r>
              <a:rPr/>
              <a:t>SUN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005358"/>
            <a:ext cx="10460736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222930"/>
                </a:solidFill>
                <a:latin typeface="Aptos"/>
              </a:defRPr>
            </a:pPr>
            <a:r>
              <a:rPr/>
              <a:t>Chest &amp; Upper Body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3344875"/>
            <a:ext cx="6171834" cy="476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7" y="3431560"/>
            <a:ext cx="4707331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7" y="3633825"/>
            <a:ext cx="4707331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3 Sets     12 Reps     60 sec Rest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3908328"/>
            <a:ext cx="6171834" cy="476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7" y="3995013"/>
            <a:ext cx="4707331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7" y="4197278"/>
            <a:ext cx="4707331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3 Sets     12 Reps     60 sec Rest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" y="4471781"/>
            <a:ext cx="6171834" cy="476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7" y="4558466"/>
            <a:ext cx="4707331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7" y="4760732"/>
            <a:ext cx="4707331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3 Sets     12 Reps     60 sec Rest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54336" y="3344875"/>
            <a:ext cx="3975079" cy="16036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68158" y="3518244"/>
            <a:ext cx="3138220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Workout Summary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68158" y="3922776"/>
            <a:ext cx="3138220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Exercises: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8158" y="4190055"/>
            <a:ext cx="3138220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Total Sets: 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68158" y="4457334"/>
            <a:ext cx="3138220" cy="18059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Duration: 45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230276"/>
            <a:ext cx="10460736" cy="231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222930"/>
                </a:solidFill>
                <a:latin typeface="Aptos"/>
              </a:defRPr>
            </a:pPr>
            <a:r>
              <a:rPr/>
              <a:t>Add Exercise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5577017"/>
            <a:ext cx="2505456" cy="3322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5656478"/>
            <a:ext cx="2340864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502152" y="5577017"/>
            <a:ext cx="2505456" cy="3322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93592" y="5656478"/>
            <a:ext cx="2340864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Training Day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35624" y="5577017"/>
            <a:ext cx="2505456" cy="3322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27064" y="5656478"/>
            <a:ext cx="2340864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Sets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69096" y="5577017"/>
            <a:ext cx="2505456" cy="3322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0536" y="5656478"/>
            <a:ext cx="2340864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Reps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" y="6017666"/>
            <a:ext cx="1463040" cy="288950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6064620"/>
            <a:ext cx="1463040" cy="26005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Add Exercise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Routine Builder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Routine 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Plan your weekly training.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220894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230428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1">
                <a:solidFill>
                  <a:srgbClr val="9AA3AA"/>
                </a:solidFill>
                <a:latin typeface="Aptos"/>
              </a:defRPr>
            </a:pPr>
            <a:r>
              <a:rPr/>
              <a:t>MON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78374" y="2220894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8374" y="230428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TUE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1052" y="2220894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1052" y="230428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WED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83730" y="2220894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3730" y="230428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THU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696" y="2582265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5696" y="266565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FRI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78374" y="2582265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78374" y="266565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31052" y="2582265"/>
            <a:ext cx="770381" cy="2918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31052" y="2665658"/>
            <a:ext cx="77038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3096524"/>
            <a:ext cx="3328415" cy="20153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222930"/>
                </a:solidFill>
                <a:latin typeface="Aptos"/>
              </a:defRPr>
            </a:pPr>
            <a:r>
              <a:rPr/>
              <a:t>Monday Workout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25696" y="3395350"/>
            <a:ext cx="3328415" cy="36137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3471793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645529"/>
            <a:ext cx="3054096" cy="1181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3 sets / 12 reps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25696" y="3812316"/>
            <a:ext cx="3328415" cy="36137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53712" y="3888760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062496"/>
            <a:ext cx="3054096" cy="1181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3 sets / 12 reps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25696" y="4229282"/>
            <a:ext cx="3328415" cy="36137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53712" y="4305726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4479462"/>
            <a:ext cx="3054096" cy="1181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3 sets / 12 reps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5696" y="4792187"/>
            <a:ext cx="3328415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Add Exercise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25696" y="5049316"/>
            <a:ext cx="3328415" cy="2223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35424" y="5097962"/>
            <a:ext cx="3145535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Exercise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25696" y="5320344"/>
            <a:ext cx="3328415" cy="2223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35424" y="5368991"/>
            <a:ext cx="3145535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Sets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25696" y="5591373"/>
            <a:ext cx="3328415" cy="2223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35424" y="5640019"/>
            <a:ext cx="3145535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Reps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25696" y="5917996"/>
            <a:ext cx="3328415" cy="236280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5696" y="5963168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Add Exercise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Workout History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222930"/>
                </a:solidFill>
                <a:latin typeface="Aptos"/>
              </a:defRPr>
            </a:pPr>
            <a:r>
              <a:rPr/>
              <a:t>Workout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A simple overview of your workouts.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347996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2347996"/>
            <a:ext cx="3331464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7" y="2478024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7" y="2687513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456" y="2347996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0456" y="2347996"/>
            <a:ext cx="3331464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5904" y="2478024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5904" y="2687513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18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2232" y="2347996"/>
            <a:ext cx="3331464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2232" y="2347996"/>
            <a:ext cx="3331464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7680" y="2478024"/>
            <a:ext cx="3057144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Reps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7680" y="2687513"/>
            <a:ext cx="3057144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216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337650"/>
            <a:ext cx="10460736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800" b="1">
                <a:solidFill>
                  <a:srgbClr val="222930"/>
                </a:solidFill>
                <a:latin typeface="Aptos"/>
              </a:defRPr>
            </a:pPr>
            <a:r>
              <a:rPr/>
              <a:t>Recent Workouts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3720510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3843314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052803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9AA3AA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3720510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4224" y="3843314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4052803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9AA3AA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370649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493453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702942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9AA3AA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81344" y="4370649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4493453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4702942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9AA3AA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5020787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" y="5143591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Biceps Curl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5353080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9AA3AA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1344" y="5020787"/>
            <a:ext cx="5111496" cy="54900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4224" y="5143591"/>
            <a:ext cx="4745736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1">
                <a:solidFill>
                  <a:srgbClr val="222930"/>
                </a:solidFill>
                <a:latin typeface="Aptos"/>
              </a:defRPr>
            </a:pPr>
            <a:r>
              <a:rPr/>
              <a:t>Front Shoulder Raise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4224" y="5353080"/>
            <a:ext cx="4745736" cy="13002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9AA3AA"/>
                </a:solidFill>
                <a:latin typeface="Aptos"/>
              </a:defRPr>
            </a:pPr>
            <a:r>
              <a:rPr/>
              <a:t>3 Sets × 12 Reps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Workout History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YOUSRY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Workout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A simple overview of your workouts.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193096"/>
            <a:ext cx="3328415" cy="34052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2276490"/>
            <a:ext cx="164592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41743"/>
            <a:ext cx="566928" cy="20153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800" b="1">
                <a:solidFill>
                  <a:srgbClr val="9AA3AA"/>
                </a:solidFill>
                <a:latin typeface="Aptos"/>
              </a:defRPr>
            </a:pPr>
            <a:r>
              <a:rPr/>
              <a:t>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2589215"/>
            <a:ext cx="3328415" cy="34052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2672607"/>
            <a:ext cx="164592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637861"/>
            <a:ext cx="566928" cy="20153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800" b="1">
                <a:solidFill>
                  <a:srgbClr val="9AA3AA"/>
                </a:solidFill>
                <a:latin typeface="Aptos"/>
              </a:defRPr>
            </a:pPr>
            <a:r>
              <a:rPr/>
              <a:t>18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2985333"/>
            <a:ext cx="3328415" cy="34052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6" y="3068725"/>
            <a:ext cx="1645920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Reps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033978"/>
            <a:ext cx="566928" cy="20153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800" b="1">
                <a:solidFill>
                  <a:srgbClr val="9AA3AA"/>
                </a:solidFill>
                <a:latin typeface="Aptos"/>
              </a:defRPr>
            </a:pPr>
            <a:r>
              <a:rPr/>
              <a:t>216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3478743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222930"/>
                </a:solidFill>
                <a:latin typeface="Aptos"/>
              </a:defRPr>
            </a:pPr>
            <a:r>
              <a:rPr/>
              <a:t>Recent Workouts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25696" y="3763670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6" y="3826215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Squats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3833164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9AA3AA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4145889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2856" y="4208434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Chest Press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4215384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9AA3AA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25696" y="4528108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4590653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T-Bar Row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4597603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9AA3AA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25696" y="4910328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62856" y="4972872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Cable Lateral Raise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4979822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9AA3AA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25696" y="5292547"/>
            <a:ext cx="3328415" cy="31967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62856" y="5355092"/>
            <a:ext cx="1554480" cy="15983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Biceps Curl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5362041"/>
            <a:ext cx="1033271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800" b="1">
                <a:solidFill>
                  <a:srgbClr val="9AA3AA"/>
                </a:solidFill>
                <a:latin typeface="Aptos"/>
              </a:defRPr>
            </a:pPr>
            <a:r>
              <a:rPr/>
              <a:t>3 × 12 Reps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Profile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1">
                <a:solidFill>
                  <a:srgbClr val="9AA3AA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1755648"/>
            <a:ext cx="5486400" cy="24560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222930"/>
                </a:solidFill>
                <a:latin typeface="Aptos"/>
              </a:defRPr>
            </a:pPr>
            <a:r>
              <a:rPr/>
              <a:t>My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051822"/>
            <a:ext cx="6400800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Your account and fitness goals.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384115"/>
            <a:ext cx="10460736" cy="8379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78992" y="2535814"/>
            <a:ext cx="704088" cy="556229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2701960"/>
            <a:ext cx="603504" cy="18781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800" b="1">
                <a:solidFill>
                  <a:srgbClr val="9AA3AA"/>
                </a:solidFill>
                <a:latin typeface="Aptos"/>
              </a:defRPr>
            </a:pPr>
            <a:r>
              <a:rPr/>
              <a:t>JD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93391" y="2557485"/>
            <a:ext cx="6276441" cy="2239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900" b="1">
                <a:solidFill>
                  <a:srgbClr val="222930"/>
                </a:solidFill>
                <a:latin typeface="Aptos"/>
              </a:defRPr>
            </a:pPr>
            <a:r>
              <a:rPr/>
              <a:t>John Doe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1" y="2831988"/>
            <a:ext cx="6276441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100" b="0">
                <a:solidFill>
                  <a:srgbClr val="77828B"/>
                </a:solidFill>
                <a:latin typeface="Aptos"/>
              </a:defRPr>
            </a:pPr>
            <a:r>
              <a:rPr/>
              <a:t>john@example.com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388216"/>
            <a:ext cx="3322320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3388216"/>
            <a:ext cx="3322320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7" y="3518244"/>
            <a:ext cx="3048000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Total Workouts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7" y="3727733"/>
            <a:ext cx="3048000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388216"/>
            <a:ext cx="3322320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9600" y="3388216"/>
            <a:ext cx="3322320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5048" y="3518244"/>
            <a:ext cx="3048000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Active Streak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5048" y="3727733"/>
            <a:ext cx="3048000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70520" y="3388216"/>
            <a:ext cx="3322320" cy="7368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70520" y="3388216"/>
            <a:ext cx="3322320" cy="36118"/>
          </a:xfrm>
          <a:prstGeom prst="rect">
            <a:avLst/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5968" y="3518244"/>
            <a:ext cx="3048000" cy="15892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Calories Burned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5968" y="3727733"/>
            <a:ext cx="3048000" cy="31062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400" b="1">
                <a:solidFill>
                  <a:srgbClr val="9AA3AA"/>
                </a:solidFill>
                <a:latin typeface="Aptos"/>
              </a:defRPr>
            </a:pPr>
            <a:r>
              <a:rPr/>
              <a:t>4,850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4392320"/>
            <a:ext cx="5021153" cy="153143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03655" y="4392320"/>
            <a:ext cx="5125760" cy="153143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4544018"/>
            <a:ext cx="4184294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Personal Information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890759"/>
            <a:ext cx="4184294" cy="84517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Full Name       John Doe</a:t>
            </a:r>
          </a:p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Email               john@example.com</a:t>
            </a:r>
          </a:p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Age                  22 years</a:t>
            </a:r>
          </a:p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Height             178 cm</a:t>
            </a:r>
          </a:p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Weight             75 kg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2870" y="4544018"/>
            <a:ext cx="4393509" cy="21671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Fitness Goals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2870" y="4897983"/>
            <a:ext cx="4393509" cy="5995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Main Goal        Build Muscle</a:t>
            </a:r>
          </a:p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Experience       Beginner</a:t>
            </a:r>
          </a:p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Weekly Target    5 Days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12870" y="5613135"/>
            <a:ext cx="4288901" cy="93908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12870" y="5613135"/>
            <a:ext cx="3431121" cy="93908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Profile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ESLAM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My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Your account and fitness goals.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2186147"/>
            <a:ext cx="3328415" cy="79223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81144" y="2339035"/>
            <a:ext cx="649224" cy="493410"/>
          </a:xfrm>
          <a:prstGeom prst="roundRect">
            <a:avLst>
              <a:gd name="adj" fmla="val 12000"/>
            </a:avLst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2484973"/>
            <a:ext cx="621792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700" b="1">
                <a:solidFill>
                  <a:srgbClr val="9AA3AA"/>
                </a:solidFill>
                <a:latin typeface="Aptos"/>
              </a:defRPr>
            </a:pPr>
            <a:r>
              <a:rPr/>
              <a:t>JD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359883"/>
            <a:ext cx="223113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400" b="1">
                <a:solidFill>
                  <a:srgbClr val="222930"/>
                </a:solidFill>
                <a:latin typeface="Aptos"/>
              </a:defRPr>
            </a:pPr>
            <a:r>
              <a:rPr/>
              <a:t>John Doe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637861"/>
            <a:ext cx="223113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john@example.com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3110423"/>
            <a:ext cx="1045463" cy="52815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5696" y="3207714"/>
            <a:ext cx="1045463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Workouts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5696" y="3388400"/>
            <a:ext cx="1045463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600" b="1">
                <a:solidFill>
                  <a:srgbClr val="9AA3AA"/>
                </a:solidFill>
                <a:latin typeface="Aptos"/>
              </a:defRPr>
            </a:pPr>
            <a:r>
              <a:rPr/>
              <a:t>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62600" y="3110423"/>
            <a:ext cx="1045463" cy="52815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62600" y="3207714"/>
            <a:ext cx="1045463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Streak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62600" y="3388400"/>
            <a:ext cx="1045463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600" b="1">
                <a:solidFill>
                  <a:srgbClr val="9AA3AA"/>
                </a:solidFill>
                <a:latin typeface="Aptos"/>
              </a:defRPr>
            </a:pPr>
            <a:r>
              <a:rPr/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99504" y="3110423"/>
            <a:ext cx="1045463" cy="52815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9504" y="3207714"/>
            <a:ext cx="1045463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00" b="0">
                <a:solidFill>
                  <a:srgbClr val="77828B"/>
                </a:solidFill>
                <a:latin typeface="Aptos"/>
              </a:defRPr>
            </a:pPr>
            <a:r>
              <a:rPr/>
              <a:t>Calories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9504" y="3388400"/>
            <a:ext cx="1045463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600" b="1">
                <a:solidFill>
                  <a:srgbClr val="9AA3AA"/>
                </a:solidFill>
                <a:latin typeface="Aptos"/>
              </a:defRPr>
            </a:pPr>
            <a:r>
              <a:rPr/>
              <a:t>4,850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25696" y="3777569"/>
            <a:ext cx="3328415" cy="95902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62856" y="3881810"/>
            <a:ext cx="30998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Personal Information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4125041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Age  22 years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6" y="4291827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Height  178 cm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4458613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Weight  75 kg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25696" y="4875580"/>
            <a:ext cx="3328415" cy="79223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62856" y="4965923"/>
            <a:ext cx="3054096" cy="18763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1">
                <a:solidFill>
                  <a:srgbClr val="222930"/>
                </a:solidFill>
                <a:latin typeface="Aptos"/>
              </a:defRPr>
            </a:pPr>
            <a:r>
              <a:rPr/>
              <a:t>Fitness Goals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62856" y="5209153"/>
            <a:ext cx="3054096" cy="13898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Build Muscle / Beginner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62856" y="5445434"/>
            <a:ext cx="3054096" cy="90342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62856" y="5445434"/>
            <a:ext cx="2443276" cy="90342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Login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1">
                <a:solidFill>
                  <a:srgbClr val="9AA3AA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81328" y="2203521"/>
            <a:ext cx="9235440" cy="34890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81328" y="2203521"/>
            <a:ext cx="4248302" cy="348907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65376" y="2839212"/>
            <a:ext cx="3509467" cy="83073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600" b="1">
                <a:solidFill>
                  <a:srgbClr val="9AA3AA"/>
                </a:solidFill>
                <a:latin typeface="Aptos"/>
              </a:defRPr>
            </a:pPr>
            <a:r>
              <a:rPr/>
              <a:t>Your fitness</a:t>
            </a:r>
          </a:p>
          <a:p>
            <a:pPr>
              <a:defRPr sz="2600" b="1">
                <a:solidFill>
                  <a:srgbClr val="9AA3AA"/>
                </a:solidFill>
                <a:latin typeface="Aptos"/>
              </a:defRPr>
            </a:pPr>
            <a:r>
              <a:rPr/>
              <a:t>starts 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4009461"/>
            <a:ext cx="3324758" cy="5779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0">
                <a:solidFill>
                  <a:srgbClr val="222930"/>
                </a:solidFill>
                <a:latin typeface="Aptos"/>
              </a:defRPr>
            </a:pPr>
            <a:r>
              <a:rPr/>
              <a:t>Plan sessions and keep your training on track.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8931" y="2528590"/>
            <a:ext cx="4155948" cy="29617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222930"/>
                </a:solidFill>
                <a:latin typeface="Aptos"/>
              </a:defRPr>
            </a:pPr>
            <a:r>
              <a:rPr/>
              <a:t>Welcome 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8931" y="2868107"/>
            <a:ext cx="4155948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Continue your fitness journey.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8931" y="3164281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Email Address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78931" y="3337651"/>
            <a:ext cx="4155948" cy="252831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78931" y="3648273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Password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78931" y="3821643"/>
            <a:ext cx="4155948" cy="252831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8931" y="4190055"/>
            <a:ext cx="4155948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☐  Remember 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78931" y="4479005"/>
            <a:ext cx="4155948" cy="288950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8931" y="4525959"/>
            <a:ext cx="4155948" cy="26005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Login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8931" y="4890759"/>
            <a:ext cx="41559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New here? Create Account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Login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Welcome 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Your FitTrack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408529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Email Address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2596164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672608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Enter email 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943636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Password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3131271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207715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Enter password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3478743"/>
            <a:ext cx="3328415" cy="19458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☐  Remember 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5696" y="3784518"/>
            <a:ext cx="3328415" cy="30577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5696" y="3829690"/>
            <a:ext cx="3328415" cy="27797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Login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4208434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New here? Create Account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Register  / 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905256"/>
            <a:ext cx="11100816" cy="5641848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987552"/>
            <a:ext cx="10954512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1097280"/>
            <a:ext cx="1463040" cy="32004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7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3547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852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Exercises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3506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My Routine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848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465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444" y="1138428"/>
            <a:ext cx="1304979" cy="201168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819" b="0">
                <a:solidFill>
                  <a:srgbClr val="77828B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81328" y="2203521"/>
            <a:ext cx="9235440" cy="34890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81328" y="2203521"/>
            <a:ext cx="4248302" cy="3489076"/>
          </a:xfrm>
          <a:prstGeom prst="rect">
            <a:avLst/>
          </a:prstGeom>
          <a:solidFill>
            <a:srgbClr val="E5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65376" y="2839212"/>
            <a:ext cx="3509467" cy="83073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600" b="1">
                <a:solidFill>
                  <a:srgbClr val="9AA3AA"/>
                </a:solidFill>
                <a:latin typeface="Aptos"/>
              </a:defRPr>
            </a:pPr>
            <a:r>
              <a:rPr/>
              <a:t>Your fitness</a:t>
            </a:r>
          </a:p>
          <a:p>
            <a:pPr>
              <a:defRPr sz="2600" b="1">
                <a:solidFill>
                  <a:srgbClr val="9AA3AA"/>
                </a:solidFill>
                <a:latin typeface="Aptos"/>
              </a:defRPr>
            </a:pPr>
            <a:r>
              <a:rPr/>
              <a:t>starts 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4009461"/>
            <a:ext cx="3324758" cy="5779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200" b="0">
                <a:solidFill>
                  <a:srgbClr val="222930"/>
                </a:solidFill>
                <a:latin typeface="Aptos"/>
              </a:defRPr>
            </a:pPr>
            <a:r>
              <a:rPr/>
              <a:t>Plan sessions and keep your training on track.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8931" y="2528590"/>
            <a:ext cx="4155948" cy="29617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100" b="1">
                <a:solidFill>
                  <a:srgbClr val="222930"/>
                </a:solidFill>
                <a:latin typeface="Aptos"/>
              </a:defRPr>
            </a:pPr>
            <a:r>
              <a:rPr/>
              <a:t>Create 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8931" y="2868107"/>
            <a:ext cx="4155948" cy="195041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Continue your fitness journey.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8931" y="3164281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Full Name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78931" y="3337651"/>
            <a:ext cx="4155948" cy="252831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78931" y="3648273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Email Address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78931" y="3821643"/>
            <a:ext cx="4155948" cy="252831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8931" y="4132265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Password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78931" y="4305635"/>
            <a:ext cx="4155948" cy="252831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8931" y="4616256"/>
            <a:ext cx="4155948" cy="16614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Confirm Password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78931" y="4789627"/>
            <a:ext cx="4155948" cy="252831"/>
          </a:xfrm>
          <a:prstGeom prst="roundRect">
            <a:avLst>
              <a:gd name="adj" fmla="val 12000"/>
            </a:avLst>
          </a:prstGeom>
          <a:solidFill>
            <a:srgbClr val="E9ECE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78931" y="5158038"/>
            <a:ext cx="4155948" cy="17337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☐  Agree to terms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78931" y="5446989"/>
            <a:ext cx="4155948" cy="288950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78931" y="5493943"/>
            <a:ext cx="4155948" cy="26005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Create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8931" y="5858743"/>
            <a:ext cx="4155948" cy="14447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Already have an account? Login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822960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2300" b="1">
                <a:solidFill>
                  <a:srgbClr val="1C252B"/>
                </a:solidFill>
                <a:latin typeface="Aptos"/>
              </a:defRPr>
            </a:pPr>
            <a:r>
              <a:t>Register  / 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292608"/>
            <a:ext cx="1737360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r">
              <a:defRPr sz="1000" b="1">
                <a:solidFill>
                  <a:srgbClr val="5B6973"/>
                </a:solidFill>
                <a:latin typeface="Aptos"/>
              </a:defRPr>
            </a:pPr>
            <a:r>
              <a:t>AMMAR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" y="722376"/>
            <a:ext cx="11082528" cy="22860"/>
          </a:xfrm>
          <a:prstGeom prst="rect">
            <a:avLst/>
          </a:prstGeom>
          <a:solidFill>
            <a:srgbClr val="B6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905256"/>
            <a:ext cx="3675887" cy="5650992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34256" y="996696"/>
            <a:ext cx="3511295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1416" y="1097280"/>
            <a:ext cx="1645920" cy="2743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9AA3AA"/>
                </a:solidFill>
                <a:latin typeface="Aptos"/>
              </a:defRPr>
            </a:pPr>
            <a:r>
              <a:t>FitTrack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106424"/>
            <a:ext cx="310896" cy="22860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500" b="1">
                <a:solidFill>
                  <a:srgbClr val="222930"/>
                </a:solidFill>
                <a:latin typeface="Aptos"/>
              </a:defRPr>
            </a:pPr>
            <a:r>
              <a:t>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2907792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MOBILE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926080" cy="1097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Single-column layout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Touch-friendly controls</a:t>
            </a:r>
          </a:p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Compact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463040"/>
            <a:ext cx="2926080" cy="347472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65727C"/>
                </a:solidFill>
                <a:latin typeface="Aptos"/>
              </a:defRPr>
            </a:pPr>
            <a:r>
              <a:t>SCREEN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788920" cy="118872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300" b="0">
                <a:solidFill>
                  <a:srgbClr val="64717B"/>
                </a:solidFill>
                <a:latin typeface="Aptos"/>
              </a:defRPr>
            </a:pPr>
            <a:r>
              <a:t>The same information is reorganized for small screens.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09344"/>
            <a:ext cx="2743200" cy="23628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600" b="1">
                <a:solidFill>
                  <a:srgbClr val="222930"/>
                </a:solidFill>
                <a:latin typeface="Aptos"/>
              </a:defRPr>
            </a:pPr>
            <a:r>
              <a:rPr/>
              <a:t>Create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894271"/>
            <a:ext cx="2834640" cy="180685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Your FitTrack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408529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Full 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2596164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2672608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Enter full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943636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Email Address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3131271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207715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Enter email address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3478743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Password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5696" y="3666378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742822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Enter password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4013850"/>
            <a:ext cx="3328415" cy="173736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1000" b="1">
                <a:solidFill>
                  <a:srgbClr val="222930"/>
                </a:solidFill>
                <a:latin typeface="Aptos"/>
              </a:defRPr>
            </a:pPr>
            <a:r>
              <a:rPr/>
              <a:t>Confirm Password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25696" y="4201485"/>
            <a:ext cx="3328415" cy="27797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6C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4277928"/>
            <a:ext cx="3054096" cy="132039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Enter confirm password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4548957"/>
            <a:ext cx="3328415" cy="194584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900" b="0">
                <a:solidFill>
                  <a:srgbClr val="77828B"/>
                </a:solidFill>
                <a:latin typeface="Aptos"/>
              </a:defRPr>
            </a:pPr>
            <a:r>
              <a:rPr/>
              <a:t>☐  Agree to terms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4854732"/>
            <a:ext cx="3328415" cy="305775"/>
          </a:xfrm>
          <a:prstGeom prst="roundRect">
            <a:avLst>
              <a:gd name="adj" fmla="val 12000"/>
            </a:avLst>
          </a:prstGeom>
          <a:solidFill>
            <a:srgbClr val="9AA3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4899903"/>
            <a:ext cx="3328415" cy="277977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/>
              <a:t>Create Account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5696" y="5278648"/>
            <a:ext cx="3328415" cy="208483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 algn="ctr">
              <a:defRPr sz="1000" b="0">
                <a:solidFill>
                  <a:srgbClr val="77828B"/>
                </a:solidFill>
                <a:latin typeface="Aptos"/>
              </a:defRPr>
            </a:pPr>
            <a:r>
              <a:rPr/>
              <a:t>Already a member? Login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" y="6611112"/>
            <a:ext cx="8229600" cy="137160"/>
          </a:xfrm>
          <a:prstGeom prst="rect">
            <a:avLst/>
          </a:prstGeom>
          <a:noFill/>
        </p:spPr>
        <p:txBody>
          <a:bodyPr wrap="square" lIns="13716" rIns="13716" tIns="9144" bIns="0">
            <a:spAutoFit/>
          </a:bodyPr>
          <a:lstStyle/>
          <a:p>
            <a:pPr>
              <a:defRPr sz="800" b="0">
                <a:solidFill>
                  <a:srgbClr val="65717A"/>
                </a:solidFill>
                <a:latin typeface="Aptos"/>
              </a:defRPr>
            </a:pPr>
            <a:r>
              <a:t>FITTRACK / WIREFRAMES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