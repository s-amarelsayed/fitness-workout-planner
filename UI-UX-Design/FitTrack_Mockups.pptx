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Landing Page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001255"/>
            <a:ext cx="5230368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Aptos"/>
              </a:defRPr>
            </a:pPr>
            <a:r>
              <a:rPr/>
              <a:t>YOUR FITNESS JOURNEY STARTS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20233"/>
            <a:ext cx="5753404" cy="7584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3200" b="1">
                <a:solidFill>
                  <a:srgbClr val="F3F7F8"/>
                </a:solidFill>
                <a:latin typeface="Aptos"/>
              </a:defRPr>
            </a:pPr>
            <a:r>
              <a:rPr/>
              <a:t>Train Smarter.</a:t>
            </a:r>
          </a:p>
          <a:p>
            <a:pPr>
              <a:defRPr sz="3200" b="1">
                <a:solidFill>
                  <a:srgbClr val="F3F7F8"/>
                </a:solidFill>
                <a:latin typeface="Aptos"/>
              </a:defRPr>
            </a:pPr>
            <a:r>
              <a:rPr/>
              <a:t>Get Stronger.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87085"/>
            <a:ext cx="5021153" cy="39730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A5B5BD"/>
                </a:solidFill>
                <a:latin typeface="Aptos"/>
              </a:defRPr>
            </a:pPr>
            <a:r>
              <a:rPr/>
              <a:t>Plan your workouts, explore new exercises,</a:t>
            </a:r>
          </a:p>
          <a:p>
            <a:pPr>
              <a:defRPr sz="1200" b="0">
                <a:solidFill>
                  <a:srgbClr val="A5B5BD"/>
                </a:solidFill>
                <a:latin typeface="Aptos"/>
              </a:defRPr>
            </a:pPr>
            <a:r>
              <a:rPr/>
              <a:t>and track your fitness progress.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879432"/>
            <a:ext cx="1490472" cy="274502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26387"/>
            <a:ext cx="1490472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Get Started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879432"/>
            <a:ext cx="1755648" cy="27450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926387"/>
            <a:ext cx="1755648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Explore Exercises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45121" y="2087940"/>
            <a:ext cx="4184294" cy="199375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4336" y="2246863"/>
            <a:ext cx="3661257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Aptos"/>
              </a:defRPr>
            </a:pPr>
            <a:r>
              <a:rPr/>
              <a:t>YOUR WEEKLY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4336" y="2564709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Workouts 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0305" y="2564709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54336" y="2817540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4336" y="2817540"/>
            <a:ext cx="2845320" cy="8668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4336" y="3034253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Weekly 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0305" y="3034253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5 / 6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4336" y="3287085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54336" y="3287085"/>
            <a:ext cx="2952019" cy="8668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4336" y="3503797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0305" y="3503797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7 Days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4336" y="3756629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54336" y="3756629"/>
            <a:ext cx="2489655" cy="8668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464558"/>
            <a:ext cx="10460736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900" b="1">
                <a:solidFill>
                  <a:srgbClr val="F3F7F8"/>
                </a:solidFill>
                <a:latin typeface="Aptos"/>
              </a:defRPr>
            </a:pPr>
            <a:r>
              <a:rPr/>
              <a:t>Everything You Need to Improve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81129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1" y="4977444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1" y="5280842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73880" y="481129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8472" y="4977444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Workout 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8472" y="5280842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79080" y="481129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3672" y="4977444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Track Progress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3672" y="5280842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Landing Page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3328415" cy="22238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YOUR FITNESS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52574"/>
            <a:ext cx="3328415" cy="72969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3F7F8"/>
                </a:solidFill>
                <a:latin typeface="Aptos"/>
              </a:defRPr>
            </a:pPr>
            <a:r>
              <a:rPr/>
              <a:t>Train Smarter.</a:t>
            </a:r>
          </a:p>
          <a:p>
            <a:pPr>
              <a:defRPr sz="2300" b="1">
                <a:solidFill>
                  <a:srgbClr val="F3F7F8"/>
                </a:solidFill>
                <a:latin typeface="Aptos"/>
              </a:defRPr>
            </a:pPr>
            <a:r>
              <a:rPr/>
              <a:t>Get Stronger.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651760"/>
            <a:ext cx="3328415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Plan workouts and track your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033978"/>
            <a:ext cx="1207008" cy="264078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3079149"/>
            <a:ext cx="1207008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Get Started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4144" y="3033978"/>
            <a:ext cx="1353312" cy="26407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3079149"/>
            <a:ext cx="1353312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Exercises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485692"/>
            <a:ext cx="3328415" cy="91732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582984"/>
            <a:ext cx="2999232" cy="18763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WEEKLY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833164"/>
            <a:ext cx="2999232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5 of 6 workout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4104192"/>
            <a:ext cx="2999232" cy="9034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0288" y="4104192"/>
            <a:ext cx="2489362" cy="90342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4555906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Explore FitTrack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482693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4875580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5160507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5209153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Workout Planner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5494080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5542727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Track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Dashboard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A3E635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Track your workouts and progress.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2398562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398562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904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5904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2232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2232" y="2398562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7680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7680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308756"/>
            <a:ext cx="6171834" cy="177704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49728" y="3308756"/>
            <a:ext cx="4079687" cy="177704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5" y="3431560"/>
            <a:ext cx="5230368" cy="20226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Weekly Activity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6152" y="4366603"/>
            <a:ext cx="292608" cy="42302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7864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93235" y="4155092"/>
            <a:ext cx="292608" cy="63453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74947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0318" y="4260847"/>
            <a:ext cx="292608" cy="52877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52030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7401" y="3996457"/>
            <a:ext cx="292608" cy="79316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9113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4484" y="4190343"/>
            <a:ext cx="292608" cy="59928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6196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01568" y="3908328"/>
            <a:ext cx="292608" cy="88129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83280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78651" y="4437107"/>
            <a:ext cx="292608" cy="352519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60363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8943" y="3431560"/>
            <a:ext cx="3556650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Muscle Distribution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3551" y="3879432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3446" y="3915552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23446" y="3915552"/>
            <a:ext cx="659026" cy="72237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63551" y="4146712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23446" y="4182831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23446" y="4182831"/>
            <a:ext cx="564879" cy="72237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3551" y="4413991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23446" y="4450110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923446" y="4450110"/>
            <a:ext cx="376586" cy="72237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63551" y="4681270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23446" y="4717389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23446" y="4717389"/>
            <a:ext cx="282439" cy="72237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5295290"/>
            <a:ext cx="1046073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3271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1960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84192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7052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5112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Dashboard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Track your workouts and progress.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200046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290389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262591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A3E635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2658709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749052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721254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A3E635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3117371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3207715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179917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A3E635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694176"/>
            <a:ext cx="3328415" cy="98682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791467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Weekly Activity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2584" y="4304336"/>
            <a:ext cx="164592" cy="216821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2307" y="4195924"/>
            <a:ext cx="164592" cy="325233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72030" y="4250131"/>
            <a:ext cx="164592" cy="27102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71754" y="4114616"/>
            <a:ext cx="164592" cy="40654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1477" y="4213993"/>
            <a:ext cx="164592" cy="3071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1201" y="4069445"/>
            <a:ext cx="164592" cy="451713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70924" y="4340473"/>
            <a:ext cx="164592" cy="18068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4778287"/>
            <a:ext cx="3328415" cy="90342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889479"/>
            <a:ext cx="3054096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Muscle Distribution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153557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95544" y="5174406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95544" y="5174406"/>
            <a:ext cx="723290" cy="5559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264749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95544" y="5285597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95544" y="5285597"/>
            <a:ext cx="619963" cy="5559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5375940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95544" y="5396788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95544" y="5396788"/>
            <a:ext cx="413308" cy="5559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5487131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95544" y="5507979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95544" y="5507979"/>
            <a:ext cx="309981" cy="5559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Exercise Library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Choose an exercise to view its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7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88136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3861374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4172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33900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3628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8764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8764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88764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8764" y="3861374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9664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89392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99120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4256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4256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44256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44256" y="3861374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8407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88136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1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1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1" y="5580628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24172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33900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643628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88764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8764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Biceps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88764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8764" y="5580628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79664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89392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199120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44256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44256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44256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44256" y="5580628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Exercise Library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Choose an exercise to view its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17136" y="2262591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276490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484973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2769900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17136" y="2839394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853293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061776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346704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17136" y="3416197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430097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638580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3923507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17136" y="3993001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006900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215384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25696" y="4500311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17136" y="4569805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4583704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792187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Biceps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25696" y="5077114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17136" y="5146608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5160507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368991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Exercise Details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Exercise guide and safety tips.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34681"/>
            <a:ext cx="4916545" cy="32506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99048" y="2434681"/>
            <a:ext cx="5230368" cy="169758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9048" y="4262292"/>
            <a:ext cx="5230368" cy="142308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2579155"/>
            <a:ext cx="4498116" cy="156033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283964"/>
            <a:ext cx="4393509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F3F7F8"/>
                </a:solidFill>
                <a:latin typeface="Aptos"/>
              </a:defRPr>
            </a:pPr>
            <a:r>
              <a:rPr/>
              <a:t>Exercise 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645152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Muscle: Legs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912431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Equipment: Bodyweight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179710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Difficulty: Beginner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8262" y="2600827"/>
            <a:ext cx="4498116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F3F7F8"/>
                </a:solidFill>
                <a:latin typeface="Aptos"/>
              </a:defRPr>
            </a:pPr>
            <a:r>
              <a:rPr/>
              <a:t>How to Perform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8262" y="2990910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01  Stand shoulder-width apart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8262" y="3236518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02  Lower your hips slowly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8262" y="3482125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03  Keep your back straight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8262" y="3727734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04  Stand back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8262" y="4442886"/>
            <a:ext cx="4498116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F3F7F8"/>
                </a:solidFill>
                <a:latin typeface="Aptos"/>
              </a:defRPr>
            </a:pPr>
            <a:r>
              <a:rPr/>
              <a:t>Safety Tips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8262" y="4739060"/>
            <a:ext cx="4498116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Keep your back straight and move slowly.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8262" y="5165262"/>
            <a:ext cx="4079687" cy="303397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8262" y="5212217"/>
            <a:ext cx="4079687" cy="27450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Exercise Details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Exercise guide and safety tips.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126479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62856" y="2297338"/>
            <a:ext cx="3054096" cy="646297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027029"/>
            <a:ext cx="3054096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Muscle: Legs   •   Beginner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3548237"/>
            <a:ext cx="3328415" cy="11327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3659428"/>
            <a:ext cx="3054096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How to Perform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902659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1. Stand shoulder-width apart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076395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2. Lower your hips slowly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250131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3. Keep your back straight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4423867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4. Stand back 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4771339"/>
            <a:ext cx="3328415" cy="479511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875580"/>
            <a:ext cx="3054096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Safety: Control the movement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5389839"/>
            <a:ext cx="3328415" cy="243230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5435010"/>
            <a:ext cx="3328415" cy="21543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Workout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Routine Builder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Routine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Plan your weekly 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MON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4827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4827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TUE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0974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0974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WED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87122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87122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THU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93269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3269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FRI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9417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9417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SAT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5564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5564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SUN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005358"/>
            <a:ext cx="10460736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F3F7F8"/>
                </a:solidFill>
                <a:latin typeface="Aptos"/>
              </a:defRPr>
            </a:pPr>
            <a:r>
              <a:rPr/>
              <a:t>Chest &amp; Upper Body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3344875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7" y="3431560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7" y="3633825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908328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7" y="3995013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7" y="4197278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471781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7" y="4558466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7" y="4760732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54336" y="3344875"/>
            <a:ext cx="3975079" cy="1603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8158" y="3518244"/>
            <a:ext cx="3138220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Workout Summary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8158" y="3922776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Exercises: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8158" y="4190055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Total Sets: 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8158" y="4457334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Duration: 45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230276"/>
            <a:ext cx="10460736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F3F7F8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02152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93592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Training Day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35624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27064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Sets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69096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0536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Reps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6017666"/>
            <a:ext cx="1463040" cy="288950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6064620"/>
            <a:ext cx="1463040" cy="26005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Routine Builder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Routine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Plan your weekly training.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Aptos"/>
              </a:defRPr>
            </a:pPr>
            <a:r>
              <a:rPr/>
              <a:t>MON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78374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8374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TUE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1052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1052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WED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3730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3730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THU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5696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FRI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78374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8374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1052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1052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3096524"/>
            <a:ext cx="3328415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Monday Workout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3395350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347179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645529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3812316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3888760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062496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25696" y="4229282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4305726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479462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5696" y="4792187"/>
            <a:ext cx="3328415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25696" y="5049316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5424" y="5097962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25696" y="5320344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35424" y="5368991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25696" y="5591373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35424" y="5640019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Reps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25696" y="5917996"/>
            <a:ext cx="3328415" cy="236280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5963168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Workout History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Workout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 simple overview of your workouts.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2347996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347996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904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5904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2232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2232" y="2347996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7680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Reps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7680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216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337650"/>
            <a:ext cx="1046073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800" b="1">
                <a:solidFill>
                  <a:srgbClr val="F3F7F8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720510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3843314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052803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3720510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3843314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4052803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70649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493453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702942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4370649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4493453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4702942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5020787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5143591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353080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5020787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5143591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5353080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Workout History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Workout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A simple overview of your workouts.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276490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41743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A3E635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2589215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672607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37861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A3E635"/>
                </a:solidFill>
                <a:latin typeface="Aptos"/>
              </a:defRPr>
            </a:pPr>
            <a:r>
              <a:rPr/>
              <a:t>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2985333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3068725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Reps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33978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A3E635"/>
                </a:solidFill>
                <a:latin typeface="Aptos"/>
              </a:defRPr>
            </a:pPr>
            <a:r>
              <a:rPr/>
              <a:t>216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3478743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3763670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3826215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833164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4145889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6" y="4208434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215384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25696" y="4528108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590653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597603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5696" y="4910328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4972872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4979822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25696" y="5292547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62856" y="5355092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5362041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Profile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A3E635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My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Your account and fitness goals.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84115"/>
            <a:ext cx="10460736" cy="83795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8992" y="2535814"/>
            <a:ext cx="704088" cy="556229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2701960"/>
            <a:ext cx="60350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800" b="1">
                <a:solidFill>
                  <a:srgbClr val="A3E635"/>
                </a:solidFill>
                <a:latin typeface="Aptos"/>
              </a:defRPr>
            </a:pPr>
            <a:r>
              <a:rPr/>
              <a:t>JD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1" y="2557485"/>
            <a:ext cx="6276441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900" b="1">
                <a:solidFill>
                  <a:srgbClr val="F3F7F8"/>
                </a:solidFill>
                <a:latin typeface="Aptos"/>
              </a:defRPr>
            </a:pPr>
            <a:r>
              <a:rPr/>
              <a:t>John Doe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1" y="2831988"/>
            <a:ext cx="627644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john@example.com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388216"/>
            <a:ext cx="3322320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7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7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9600" y="3388216"/>
            <a:ext cx="3322320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5048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5048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052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70520" y="3388216"/>
            <a:ext cx="3322320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5968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5968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392320"/>
            <a:ext cx="5021153" cy="153143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03655" y="4392320"/>
            <a:ext cx="5125760" cy="153143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544018"/>
            <a:ext cx="4184294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Personal Information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890759"/>
            <a:ext cx="4184294" cy="84517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Full Name       John Doe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Email               john@example.com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Age                  22 years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Height             178 cm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Weight             75 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2870" y="4544018"/>
            <a:ext cx="4393509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Fitness Goals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870" y="4897983"/>
            <a:ext cx="4393509" cy="5995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Main Goal        Build Muscle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Experience       Beginner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Weekly Target    5 Days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2870" y="5613135"/>
            <a:ext cx="4288901" cy="93908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12870" y="5613135"/>
            <a:ext cx="3431121" cy="93908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Profile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My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Your account and fitness goals.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86147"/>
            <a:ext cx="3328415" cy="79223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1144" y="2339035"/>
            <a:ext cx="649224" cy="493410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484973"/>
            <a:ext cx="621792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rPr/>
              <a:t>JD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359883"/>
            <a:ext cx="223113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John Doe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637861"/>
            <a:ext cx="223113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john@example.com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Workouts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A3E635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62600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2600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Streak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2600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A3E635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99504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9504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Calories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9504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A3E635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25696" y="3777569"/>
            <a:ext cx="3328415" cy="95902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3881810"/>
            <a:ext cx="30998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Personal Information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125041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Age  22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6" y="4291827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Height  178 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45861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Weight  75 kg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5696" y="4875580"/>
            <a:ext cx="3328415" cy="79223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4965923"/>
            <a:ext cx="3054096" cy="18763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Fitness Goals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2856" y="520915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Build Muscle / Beginner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62856" y="5445434"/>
            <a:ext cx="3054096" cy="9034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62856" y="5445434"/>
            <a:ext cx="2443276" cy="90342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Login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A3E635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2203521"/>
            <a:ext cx="9235440" cy="34890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2203521"/>
            <a:ext cx="4248302" cy="3489076"/>
          </a:xfrm>
          <a:prstGeom prst="rect">
            <a:avLst/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5376" y="2839212"/>
            <a:ext cx="3509467" cy="83073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Aptos"/>
              </a:defRPr>
            </a:pPr>
            <a:r>
              <a:rPr/>
              <a:t>Your fitness</a:t>
            </a:r>
          </a:p>
          <a:p>
            <a:pPr>
              <a:defRPr sz="2600" b="1">
                <a:solidFill>
                  <a:srgbClr val="A3E635"/>
                </a:solidFill>
                <a:latin typeface="Aptos"/>
              </a:defRPr>
            </a:pPr>
            <a:r>
              <a:rPr/>
              <a:t>starts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4009461"/>
            <a:ext cx="3324758" cy="5779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F3F7F8"/>
                </a:solidFill>
                <a:latin typeface="Aptos"/>
              </a:defRPr>
            </a:pPr>
            <a:r>
              <a:rPr/>
              <a:t>Plan sessions and keep your training on track.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8931" y="2528590"/>
            <a:ext cx="4155948" cy="29617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Welcome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8931" y="2868107"/>
            <a:ext cx="4155948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Continue your fitness journey.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8931" y="3164281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8931" y="3337651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8931" y="3648273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78931" y="3821643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8931" y="4190055"/>
            <a:ext cx="4155948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☐  Remember 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8931" y="4479005"/>
            <a:ext cx="4155948" cy="288950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8931" y="4525959"/>
            <a:ext cx="4155948" cy="26005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Login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8931" y="4890759"/>
            <a:ext cx="41559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New here? Create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Login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Welcome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Your FitTrack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408529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59616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67260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email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943636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131271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207715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478743"/>
            <a:ext cx="3328415" cy="19458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☐  Remember 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784518"/>
            <a:ext cx="3328415" cy="30577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3829690"/>
            <a:ext cx="3328415" cy="27797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4208434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New here? Create 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Register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2203521"/>
            <a:ext cx="9235440" cy="34890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2203521"/>
            <a:ext cx="4248302" cy="3489076"/>
          </a:xfrm>
          <a:prstGeom prst="rect">
            <a:avLst/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5376" y="2839212"/>
            <a:ext cx="3509467" cy="83073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Aptos"/>
              </a:defRPr>
            </a:pPr>
            <a:r>
              <a:rPr/>
              <a:t>Your fitness</a:t>
            </a:r>
          </a:p>
          <a:p>
            <a:pPr>
              <a:defRPr sz="2600" b="1">
                <a:solidFill>
                  <a:srgbClr val="A3E635"/>
                </a:solidFill>
                <a:latin typeface="Aptos"/>
              </a:defRPr>
            </a:pPr>
            <a:r>
              <a:rPr/>
              <a:t>starts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4009461"/>
            <a:ext cx="3324758" cy="5779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F3F7F8"/>
                </a:solidFill>
                <a:latin typeface="Aptos"/>
              </a:defRPr>
            </a:pPr>
            <a:r>
              <a:rPr/>
              <a:t>Plan sessions and keep your training on track.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8931" y="2528590"/>
            <a:ext cx="4155948" cy="29617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8931" y="2868107"/>
            <a:ext cx="4155948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Continue your fitness journey.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8931" y="3164281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Full 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8931" y="3337651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8931" y="3648273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78931" y="3821643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8931" y="4132265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8931" y="4305635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8931" y="4616256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Confirm Password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78931" y="4789627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78931" y="5158038"/>
            <a:ext cx="4155948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☐  Agree to terms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78931" y="5446989"/>
            <a:ext cx="4155948" cy="288950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78931" y="5493943"/>
            <a:ext cx="4155948" cy="26005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8931" y="5858743"/>
            <a:ext cx="41559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Already have an account? 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Register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Your FitTrack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408529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Full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59616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67260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full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943636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131271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207715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email 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478743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666378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742822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password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4013850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Confirm Password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4201485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27792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confirm password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4548957"/>
            <a:ext cx="3328415" cy="19458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☐  Agree to terms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4854732"/>
            <a:ext cx="3328415" cy="30577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4899903"/>
            <a:ext cx="3328415" cy="27797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5278648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Already a member? Login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